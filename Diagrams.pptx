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22"/>
  </p:normalViewPr>
  <p:slideViewPr>
    <p:cSldViewPr snapToGrid="0">
      <p:cViewPr varScale="1">
        <p:scale>
          <a:sx n="104" d="100"/>
          <a:sy n="104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D37BF-A095-A0BA-A535-4ABD357D6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448DF-1142-1E97-24B2-6DE98D705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F5C87-8B3B-A325-3B67-EFADB1017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24066-5CA8-2C49-AE9E-C3100FAD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0E112-9007-9BBD-E192-E8B13AB0B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8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734E-9111-9E33-496E-AD53B46E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D59C0-7E81-0E4C-7310-5AD8DC83B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07606-F039-6F3E-3B3F-938EA45E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8E3EF-C366-6143-7A4C-BCA85427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B0BE5-6303-EC5C-2F46-3B2F5CD3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966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20DB-5EBD-6FDA-F8FB-D8E3B322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AAEE0-9CC6-96C2-D2D4-4F02A5C57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9197-40F6-39F5-B927-BF9D7BAD0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A1A2A-6B1A-E201-F02D-9737DA0A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10DBF-EEF8-8FC9-D1EF-5EE7225F4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1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090E-AFD4-6025-E6B1-3A611A37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CFBFD-6FED-0A19-FB27-4C83AD2A2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04600-C841-8641-A48C-DD8660F8D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60851-73A6-03B0-45F5-7A6D39AA2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FF595-0121-73EF-C0D9-31106D7B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FDA7E-E9F1-D7DA-888C-653DE789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3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BB04-DE36-7A23-9E1B-388A7BC3B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4191E-3644-F426-1580-0B109B56F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A0633-C7F6-9F98-E196-78B228696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A0CF7-E2D6-EE08-93F9-C6146F30C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F5A98-5FCA-C309-DE5F-509ACDC576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3068-A05A-DF33-6E07-4BFEB9FFC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09A2A-FF82-06A8-1F42-1BE65E3C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AE86E-B4C3-ACB4-8565-EC5AF9A8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25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7B738-4C6C-9C56-C24B-96DC5FA1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0DA85A-3A01-7BEC-4A9D-25C76ACB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2C26A-0C0F-E935-6350-A1D1E7EEA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90A88-BEFB-D920-7E66-A2C0DA72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2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DFC21-EC02-B0C3-6623-F9634AEF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3EA464-A48A-671F-67DF-F0E0A389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C05FD-42A6-6CDA-AE66-7017746B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4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92D4-3391-58F5-042C-C00407943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A056B-48F7-2A04-8BF9-A4E4679B8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5A7A4-6E81-E9CE-CE44-30F48518C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91928-AA85-BC85-7D8F-F82325DA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4BF78-D2BD-AB92-6EC9-649CFD34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5364E-A8B7-F27C-5F0E-787D5BF9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9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B72CF-99AD-F261-71F3-3BC1ED354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70AD7-191E-92CF-A3F7-E95AA8783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02DC9-41B2-D18B-6C78-3B698D3E0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A8A61-33FF-F726-A9EA-2D63092E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6A76F-C692-FC4B-A7D5-72C8BBB27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77A9E-11BA-7FD6-6423-0112BDD4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3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0DC9D-BAD6-3B4D-0EC1-7E71A3D5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24D60-8BDD-B4B7-74F2-FB9F207D9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3DCBF-D994-6DB2-7DE4-80D698BC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639BC-0665-1812-40D8-F3E95D837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CCABB-9322-0AA6-DB9D-DC1D39D4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0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6EDA07-8DFB-C446-5B6D-E82192315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3D924-22AD-DC65-5CCC-E19F32EF8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632AA-6246-7FF2-7AD0-BB7F382AF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15355-30BE-0EB1-8416-DA9FFF2E9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B0C91-7925-237D-F9B2-9E273D4B5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3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26AE50-1D8B-1E87-213A-B81F42B36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67A26-2A02-ED8F-16AD-865FDAA8A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8BF4E-B791-C479-A6BC-B433FFA803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260F3-085A-6543-ACC7-AF645BD5F7D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1DA74-E9AF-3832-4FA7-56F3BA55B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99DFA-327C-1170-C3AE-EEF2C905F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885AE-0689-2E44-8E40-27DA64C6F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95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585D07-6471-1B4A-32D8-32326D201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486" y="566057"/>
            <a:ext cx="10428514" cy="469174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1CAF43-9AE2-A26B-C2D4-4288280FADDA}"/>
              </a:ext>
            </a:extLst>
          </p:cNvPr>
          <p:cNvSpPr/>
          <p:nvPr/>
        </p:nvSpPr>
        <p:spPr>
          <a:xfrm>
            <a:off x="642257" y="1981200"/>
            <a:ext cx="1513115" cy="1371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User</a:t>
            </a:r>
            <a:r>
              <a:rPr lang="en-US" dirty="0"/>
              <a:t>: </a:t>
            </a:r>
            <a:r>
              <a:rPr lang="en-US" sz="1400" dirty="0"/>
              <a:t>Specifies problem context &amp; dataset</a:t>
            </a: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47188A03-0D58-69C8-6C4E-45216C6D217D}"/>
              </a:ext>
            </a:extLst>
          </p:cNvPr>
          <p:cNvSpPr/>
          <p:nvPr/>
        </p:nvSpPr>
        <p:spPr>
          <a:xfrm>
            <a:off x="2566851" y="1025906"/>
            <a:ext cx="7881257" cy="3282188"/>
          </a:xfrm>
          <a:prstGeom prst="round2Diag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3A2E61F-3E45-E1F6-04B1-61AB14D52830}"/>
              </a:ext>
            </a:extLst>
          </p:cNvPr>
          <p:cNvSpPr/>
          <p:nvPr/>
        </p:nvSpPr>
        <p:spPr>
          <a:xfrm>
            <a:off x="2993575" y="1981200"/>
            <a:ext cx="1513115" cy="1371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Specialized SLMs</a:t>
            </a:r>
            <a:r>
              <a:rPr lang="en-US" dirty="0"/>
              <a:t>: </a:t>
            </a:r>
            <a:r>
              <a:rPr lang="en-US" sz="1400" dirty="0"/>
              <a:t>Generates Code for feature engineering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39B071-40AF-9370-BCE7-A87FC136BABD}"/>
              </a:ext>
            </a:extLst>
          </p:cNvPr>
          <p:cNvSpPr/>
          <p:nvPr/>
        </p:nvSpPr>
        <p:spPr>
          <a:xfrm>
            <a:off x="5682342" y="1981200"/>
            <a:ext cx="1513115" cy="1371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Interpreter</a:t>
            </a:r>
            <a:r>
              <a:rPr lang="en-US" dirty="0"/>
              <a:t>: </a:t>
            </a:r>
            <a:r>
              <a:rPr lang="en-US" sz="1400" dirty="0"/>
              <a:t>Executes generated code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B522095-4EEF-78BF-4794-17EA54E1BF1E}"/>
              </a:ext>
            </a:extLst>
          </p:cNvPr>
          <p:cNvSpPr/>
          <p:nvPr/>
        </p:nvSpPr>
        <p:spPr>
          <a:xfrm>
            <a:off x="8147966" y="1981200"/>
            <a:ext cx="1513115" cy="1371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Tabular Prediction Model</a:t>
            </a:r>
            <a:r>
              <a:rPr lang="en-US" dirty="0"/>
              <a:t>: </a:t>
            </a:r>
            <a:r>
              <a:rPr lang="en-US" sz="1400" dirty="0"/>
              <a:t>Performs Cross-Validation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381EA2-D518-B4B3-2C83-68B21EE9F72E}"/>
              </a:ext>
            </a:extLst>
          </p:cNvPr>
          <p:cNvCxnSpPr/>
          <p:nvPr/>
        </p:nvCxnSpPr>
        <p:spPr>
          <a:xfrm>
            <a:off x="2155371" y="2667000"/>
            <a:ext cx="82296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559F7B-4ABA-6B25-5B80-22752ED68D78}"/>
              </a:ext>
            </a:extLst>
          </p:cNvPr>
          <p:cNvCxnSpPr/>
          <p:nvPr/>
        </p:nvCxnSpPr>
        <p:spPr>
          <a:xfrm>
            <a:off x="4506690" y="2667000"/>
            <a:ext cx="118872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58B846-5B71-7776-7D42-FD6BCAF76629}"/>
              </a:ext>
            </a:extLst>
          </p:cNvPr>
          <p:cNvCxnSpPr/>
          <p:nvPr/>
        </p:nvCxnSpPr>
        <p:spPr>
          <a:xfrm>
            <a:off x="7195457" y="2667000"/>
            <a:ext cx="9144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8E9741-7FB9-8AA3-16B8-6116114ED564}"/>
              </a:ext>
            </a:extLst>
          </p:cNvPr>
          <p:cNvCxnSpPr>
            <a:cxnSpLocks/>
          </p:cNvCxnSpPr>
          <p:nvPr/>
        </p:nvCxnSpPr>
        <p:spPr>
          <a:xfrm flipH="1">
            <a:off x="3750132" y="1470451"/>
            <a:ext cx="5257944" cy="0"/>
          </a:xfrm>
          <a:prstGeom prst="straightConnector1">
            <a:avLst/>
          </a:prstGeom>
          <a:ln w="34925" cap="sq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70435D2C-4921-270B-2083-90E279C6175D}"/>
              </a:ext>
            </a:extLst>
          </p:cNvPr>
          <p:cNvSpPr/>
          <p:nvPr/>
        </p:nvSpPr>
        <p:spPr>
          <a:xfrm>
            <a:off x="5041553" y="1103870"/>
            <a:ext cx="2174789" cy="341863"/>
          </a:xfrm>
          <a:prstGeom prst="rect">
            <a:avLst/>
          </a:prstGeom>
          <a:solidFill>
            <a:schemeClr val="lt1">
              <a:alpha val="2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Evaluate Performance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241084F-F617-9D54-BAEF-F6D40B0D760A}"/>
              </a:ext>
            </a:extLst>
          </p:cNvPr>
          <p:cNvSpPr/>
          <p:nvPr/>
        </p:nvSpPr>
        <p:spPr>
          <a:xfrm>
            <a:off x="5004482" y="1492083"/>
            <a:ext cx="3669957" cy="341863"/>
          </a:xfrm>
          <a:prstGeom prst="rect">
            <a:avLst/>
          </a:prstGeom>
          <a:solidFill>
            <a:schemeClr val="lt1">
              <a:alpha val="2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Keep change if performance is improved</a:t>
            </a:r>
          </a:p>
        </p:txBody>
      </p:sp>
    </p:spTree>
    <p:extLst>
      <p:ext uri="{BB962C8B-B14F-4D97-AF65-F5344CB8AC3E}">
        <p14:creationId xmlns:p14="http://schemas.microsoft.com/office/powerpoint/2010/main" val="1878277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34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Isaac Kobby Anni</dc:creator>
  <cp:lastModifiedBy>Isaac Kobby Anni</cp:lastModifiedBy>
  <cp:revision>3</cp:revision>
  <dcterms:created xsi:type="dcterms:W3CDTF">2025-11-11T04:41:09Z</dcterms:created>
  <dcterms:modified xsi:type="dcterms:W3CDTF">2025-11-11T05:13:53Z</dcterms:modified>
</cp:coreProperties>
</file>